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SAS vs Python</a:t>
            </a:r>
          </a:p>
          <a:p>
            <a:r>
              <a:t>Australian Banking &amp; Government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Regulatory compliance, auditability, risk control</a:t>
            </a:r>
          </a:p>
          <a:p>
            <a:pPr lvl="1"/>
            <a:r>
              <a:t>APRA / ASIC reporting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SAS: Historically embedded in regulated reporting</a:t>
            </a:r>
          </a:p>
          <a:p>
            <a:pPr lvl="1"/>
            <a:r>
              <a:t>Python: Increasing regulatory acceptance</a:t>
            </a:r>
          </a:p>
          <a:p>
            <a:pPr lvl="1"/>
            <a:r>
              <a:t>Full audit trails achievable with MLOps frameworks</a:t>
            </a:r>
          </a:p>
          <a:p>
            <a:pPr lvl="1"/>
            <a:r>
              <a:t>Open-source governance controls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Talent &amp; Workforce (Australia)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Universities teach Python as standard</a:t>
            </a:r>
          </a:p>
          <a:p>
            <a:pPr lvl="1"/>
            <a:r>
              <a:t>Broader AI talent pool nationally</a:t>
            </a:r>
          </a:p>
          <a:p>
            <a:pPr lvl="1"/>
            <a:r>
              <a:t>Reduced dependency on niche SAS specialists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Positioning for AU Institutions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Retain SAS for statutory legacy reporting</a:t>
            </a:r>
          </a:p>
          <a:p>
            <a:pPr lvl="1"/>
            <a:r>
              <a:t>Adopt Python for AI, fraud detection, automation</a:t>
            </a:r>
          </a:p>
          <a:p>
            <a:pPr lvl="1"/>
            <a:r>
              <a:t>Align with digital transformation agendas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