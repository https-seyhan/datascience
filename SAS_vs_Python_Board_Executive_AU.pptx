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 vs Python</a:t>
            </a:r>
          </a:p>
          <a:p>
            <a:r>
              <a:t>Board-Level Strategic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focus: Cost, Risk, Talent, Innovation</a:t>
            </a:r>
          </a:p>
          <a:p>
            <a:pPr lvl="1"/>
            <a:r>
              <a:t>Context: Enterprise analytics &amp; AI capability</a:t>
            </a:r>
          </a:p>
          <a:p>
            <a:pPr lvl="1"/>
            <a:r>
              <a:t>Recommendation: Python-first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High licensing and vendor lock-in</a:t>
            </a:r>
          </a:p>
          <a:p>
            <a:pPr lvl="1"/>
            <a:r>
              <a:t>Python: Zero licence cost, scalable economics</a:t>
            </a:r>
          </a:p>
          <a:p>
            <a:pPr lvl="1"/>
            <a:r>
              <a:t>Reduced total cost of ownership</a:t>
            </a:r>
          </a:p>
          <a:p>
            <a:pPr lvl="1"/>
            <a:r>
              <a:t>Budget reallocation to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Strong legacy analytics platform</a:t>
            </a:r>
          </a:p>
          <a:p>
            <a:pPr lvl="1"/>
            <a:r>
              <a:t>Python: Dominant AI &amp; ML ecosystem</a:t>
            </a:r>
          </a:p>
          <a:p>
            <a:pPr lvl="1"/>
            <a:r>
              <a:t>Future-ready for GenAI and automation</a:t>
            </a:r>
          </a:p>
          <a:p>
            <a:pPr lvl="1"/>
            <a:r>
              <a:t>Faster product deployment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 SAS for legacy-critical systems</a:t>
            </a:r>
          </a:p>
          <a:p>
            <a:pPr lvl="1"/>
            <a:r>
              <a:t>Transition innovation workloads to Python</a:t>
            </a:r>
          </a:p>
          <a:p>
            <a:pPr lvl="1"/>
            <a:r>
              <a:t>Adopt Python as enterprise AI standard</a:t>
            </a:r>
          </a:p>
          <a:p>
            <a:pPr lvl="1"/>
            <a:r>
              <a:t>Build internal capability around open-source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