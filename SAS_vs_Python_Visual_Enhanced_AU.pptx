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Cost Efficiency</c:v>
                </c:pt>
                <c:pt idx="1">
                  <c:v>AI Capability</c:v>
                </c:pt>
                <c:pt idx="2">
                  <c:v>Talent Availability</c:v>
                </c:pt>
                <c:pt idx="3">
                  <c:v>Innovation Speed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Cost Efficiency</c:v>
                </c:pt>
                <c:pt idx="1">
                  <c:v>AI Capability</c:v>
                </c:pt>
                <c:pt idx="2">
                  <c:v>Talent Availability</c:v>
                </c:pt>
                <c:pt idx="3">
                  <c:v>Innovation Speed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 vs Python</a:t>
            </a:r>
          </a:p>
          <a:p>
            <a:r>
              <a:t>Visual Strategic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comparison across key dimensions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Innovation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Open-source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Industry AI standard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SAS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Cloud-native 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Talent (AU)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Broad market availability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