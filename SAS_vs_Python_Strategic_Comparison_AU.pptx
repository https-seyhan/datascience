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SAS vs Python</a:t>
            </a:r>
          </a:p>
          <a:p>
            <a:r>
              <a:t>A Strategic Comparison (Australian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Compare SAS and Python for analytics and AI workloads</a:t>
            </a:r>
          </a:p>
          <a:p>
            <a:pPr lvl="1"/>
            <a:r>
              <a:t>Perspective: Enterprise, regulatory, innovation, and cost efficiency</a:t>
            </a:r>
          </a:p>
          <a:p>
            <a:pPr lvl="1"/>
            <a:r>
              <a:t>Positioning: Why Python is the strategic choice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SAS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Proprietary statistical software suite</a:t>
            </a:r>
          </a:p>
          <a:p>
            <a:pPr lvl="1"/>
            <a:r>
              <a:t>Strong legacy in banking, government, and healthcare</a:t>
            </a:r>
          </a:p>
          <a:p>
            <a:pPr lvl="1"/>
            <a:r>
              <a:t>Robust for structured data and regulatory reporting</a:t>
            </a:r>
          </a:p>
          <a:p>
            <a:pPr lvl="1"/>
            <a:r>
              <a:t>High licensing and vendor 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Open-source, general-purpose programming language</a:t>
            </a:r>
          </a:p>
          <a:p>
            <a:pPr lvl="1"/>
            <a:r>
              <a:t>Dominant in data science, AI, and machine learning</a:t>
            </a:r>
          </a:p>
          <a:p>
            <a:pPr lvl="1"/>
            <a:r>
              <a:t>Massive ecosystem (NumPy, pandas, scikit-learn, PyTorch)</a:t>
            </a:r>
          </a:p>
          <a:p>
            <a:pPr lvl="1"/>
            <a:r>
              <a:t>Widely adopted across startups and enterprises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&amp; Commercial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Expensive licensing, enterprise contracts, vendor lock-in</a:t>
            </a:r>
          </a:p>
          <a:p>
            <a:pPr lvl="1"/>
            <a:r>
              <a:t>Python: Free, open-source, no licensing constraints</a:t>
            </a:r>
          </a:p>
          <a:p>
            <a:pPr lvl="1"/>
            <a:r>
              <a:t>Lower total cost of ownership with Python</a:t>
            </a:r>
          </a:p>
          <a:p>
            <a:pPr lvl="1"/>
            <a:r>
              <a:t>Budget flexibility for innovation initiatives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Flexibility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Strong but comparatively closed ecosystem</a:t>
            </a:r>
          </a:p>
          <a:p>
            <a:pPr lvl="1"/>
            <a:r>
              <a:t>Python: Rapid innovation, AI-first ecosystem</a:t>
            </a:r>
          </a:p>
          <a:p>
            <a:pPr lvl="1"/>
            <a:r>
              <a:t>Faster experimentation and deployment cycles</a:t>
            </a:r>
          </a:p>
          <a:p>
            <a:pPr lvl="1"/>
            <a:r>
              <a:t>Better suited for GenAI and hybrid ML architectures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Ecosystem &amp;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Smaller, vendor-controlled community</a:t>
            </a:r>
          </a:p>
          <a:p>
            <a:pPr lvl="1"/>
            <a:r>
              <a:t>Python: Global developer community</a:t>
            </a:r>
          </a:p>
          <a:p>
            <a:pPr lvl="1"/>
            <a:r>
              <a:t>Continuous package evolution</a:t>
            </a:r>
          </a:p>
          <a:p>
            <a:pPr lvl="1"/>
            <a:r>
              <a:t>Better integration with modern data stacks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&amp; AI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Built-in analytics modules, structured workflow</a:t>
            </a:r>
          </a:p>
          <a:p>
            <a:pPr lvl="1"/>
            <a:r>
              <a:t>Python: Industry standard for ML/AI research and production</a:t>
            </a:r>
          </a:p>
          <a:p>
            <a:pPr lvl="1"/>
            <a:r>
              <a:t>Native support for LLMs, deep learning, and agentic systems</a:t>
            </a:r>
          </a:p>
          <a:p>
            <a:pPr lvl="1"/>
            <a:r>
              <a:t>Stronger alignment with future AI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&amp;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Strong within SAS environment</a:t>
            </a:r>
          </a:p>
          <a:p>
            <a:pPr lvl="1"/>
            <a:r>
              <a:t>Python: Integrates seamlessly with APIs, cloud, DevOps</a:t>
            </a:r>
          </a:p>
          <a:p>
            <a:pPr lvl="1"/>
            <a:r>
              <a:t>Supports microservices, containers, and MLOps pipelines</a:t>
            </a:r>
          </a:p>
          <a:p>
            <a:pPr lvl="1"/>
            <a:r>
              <a:t>Better for scalable production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Talent Market (Australia)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Niche skillset, legacy-heavy talent pool</a:t>
            </a:r>
          </a:p>
          <a:p>
            <a:pPr lvl="1"/>
            <a:r>
              <a:t>Python: Broad talent availability</a:t>
            </a:r>
          </a:p>
          <a:p>
            <a:pPr lvl="1"/>
            <a:r>
              <a:t>Universities teach Python as standard</a:t>
            </a:r>
          </a:p>
          <a:p>
            <a:pPr lvl="1"/>
            <a:r>
              <a:t>Lower hiring friction and salary premiums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&amp; Enterprise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Long-standing reputation in regulated industries</a:t>
            </a:r>
          </a:p>
          <a:p>
            <a:pPr lvl="1"/>
            <a:r>
              <a:t>Python: Increasingly accepted in enterprise governance</a:t>
            </a:r>
          </a:p>
          <a:p>
            <a:pPr lvl="1"/>
            <a:r>
              <a:t>Cloud providers support Python natively</a:t>
            </a:r>
          </a:p>
          <a:p>
            <a:pPr lvl="1"/>
            <a:r>
              <a:t>Modern compliance frameworks support open-source tooling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Retain SAS only for legacy-critical workloads</a:t>
            </a:r>
          </a:p>
          <a:p>
            <a:pPr lvl="1"/>
            <a:r>
              <a:t>Adopt Python as primary analytics and AI platform</a:t>
            </a:r>
          </a:p>
          <a:p>
            <a:pPr lvl="1"/>
            <a:r>
              <a:t>Leverage Python for innovation, AI, and automation</a:t>
            </a:r>
          </a:p>
          <a:p>
            <a:pPr lvl="1"/>
            <a:r>
              <a:t>Position organisation for long-term technological agility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 = Stability, legacy strength, structured analytics</a:t>
            </a:r>
          </a:p>
          <a:p>
            <a:pPr lvl="1"/>
            <a:r>
              <a:t>Python = Innovation, scalability, cost-efficiency, AI readiness</a:t>
            </a:r>
          </a:p>
          <a:p>
            <a:pPr lvl="1"/>
            <a:r>
              <a:t>Strategic direction: Python-first approach</a:t>
            </a:r>
          </a:p>
          <a:p>
            <a:pPr lvl="1"/>
            <a:r>
              <a:t>Competitive advantage through modern engineering capability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