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of analytics &amp; ML pipelines</a:t>
            </a:r>
          </a:p>
          <a:p>
            <a:pPr lvl="1"/>
            <a:r>
              <a:t>Focus: Integration, scalability,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ML/AI 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Ingestion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 Model (LightGBM / LLM)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API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Monitoring &amp; MLOps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Advantages of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cloud integration (AWS, Azure, GCP)</a:t>
            </a:r>
          </a:p>
          <a:p>
            <a:pPr lvl="1"/>
            <a:r>
              <a:t>API-first architecture</a:t>
            </a:r>
          </a:p>
          <a:p>
            <a:pPr lvl="1"/>
            <a:r>
              <a:t>Supports microservices &amp; containers</a:t>
            </a:r>
          </a:p>
          <a:p>
            <a:pPr lvl="1"/>
            <a:r>
              <a:t>Extensive ML libraries (scikit-learn, PyTorch)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