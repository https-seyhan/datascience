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SAS vs Python</a:t>
            </a:r>
          </a:p>
          <a:p>
            <a:r>
              <a:t>Financial Crime ETL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Scope: Weekly, Monthly, Quarterly reporting</a:t>
            </a:r>
          </a:p>
          <a:p>
            <a:pPr lvl="1"/>
            <a:r>
              <a:t>Context: AML, Fraud, Risk &amp; Regulatory extracts</a:t>
            </a:r>
          </a:p>
          <a:p>
            <a:pPr lvl="1"/>
            <a:r>
              <a:t>Focus: Cost, Scalability, Governance, AI-readiness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Reporting (Operational Monitoring)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High-frequency batch processing</a:t>
            </a:r>
          </a:p>
          <a:p>
            <a:pPr lvl="1"/>
            <a:r>
              <a:t>Incremental transaction ingestion</a:t>
            </a:r>
          </a:p>
          <a:p>
            <a:pPr lvl="1"/>
            <a:r>
              <a:t>Anomaly detection &amp; model refresh</a:t>
            </a:r>
          </a:p>
          <a:p>
            <a:pPr lvl="1"/>
            <a:r>
              <a:t>Python advantage: Cloud-native orchestration &amp; ML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– Platform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Stable batch jobs, structured aggregation</a:t>
            </a:r>
          </a:p>
          <a:p>
            <a:pPr lvl="1"/>
            <a:r>
              <a:t>SAS: Licence-bound scaling</a:t>
            </a:r>
          </a:p>
          <a:p>
            <a:pPr lvl="1"/>
            <a:r>
              <a:t>Python: Airflow, PySpark, API integration</a:t>
            </a:r>
          </a:p>
          <a:p>
            <a:pPr lvl="1"/>
            <a:r>
              <a:t>Python: Real-time and hybrid ML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Reporting (Management &amp; Compliance)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 analysis &amp; KPI aggregation</a:t>
            </a:r>
          </a:p>
          <a:p>
            <a:pPr lvl="1"/>
            <a:r>
              <a:t>Model performance monitoring</a:t>
            </a:r>
          </a:p>
          <a:p>
            <a:pPr lvl="1"/>
            <a:r>
              <a:t>Executive &amp; compliance dashboards</a:t>
            </a:r>
          </a:p>
          <a:p>
            <a:pPr lvl="1"/>
            <a:r>
              <a:t>Python advantage: Automated BI integration &amp;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Reporting (Regulatory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 regulatory extracts</a:t>
            </a:r>
          </a:p>
          <a:p>
            <a:pPr lvl="1"/>
            <a:r>
              <a:t>Audit trails &amp; reproducibility</a:t>
            </a:r>
          </a:p>
          <a:p>
            <a:pPr lvl="1"/>
            <a:r>
              <a:t>Model validation documentation</a:t>
            </a:r>
          </a:p>
          <a:p>
            <a:pPr lvl="1"/>
            <a:r>
              <a:t>Python: Full MLOps auditability (Git, MLflow, lineage tools)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Monolithic, vendor-bound stack</a:t>
            </a:r>
          </a:p>
          <a:p>
            <a:pPr lvl="1"/>
            <a:r>
              <a:t>Python: Modular, cloud-native pipeline</a:t>
            </a:r>
          </a:p>
          <a:p>
            <a:pPr lvl="1"/>
            <a:r>
              <a:t>Data Lake → Transformation → ML → API → Monitoring</a:t>
            </a:r>
          </a:p>
          <a:p>
            <a:pPr lvl="1"/>
            <a:r>
              <a:t>Vendor-agnostic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Crime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AML scenario aggregation</a:t>
            </a:r>
          </a:p>
          <a:p>
            <a:pPr lvl="1"/>
            <a:r>
              <a:t>Fraud ML integration</a:t>
            </a:r>
          </a:p>
          <a:p>
            <a:pPr lvl="1"/>
            <a:r>
              <a:t>Real-time detection capability</a:t>
            </a:r>
          </a:p>
          <a:p>
            <a:pPr lvl="1"/>
            <a:r>
              <a:t>Talent availability (AU market)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Retain SAS for legacy statutory extracts</a:t>
            </a:r>
          </a:p>
          <a:p>
            <a:pPr lvl="1"/>
            <a:r>
              <a:t>Adopt Python for fraud &amp; AI workloads</a:t>
            </a:r>
          </a:p>
          <a:p>
            <a:pPr lvl="1"/>
            <a:r>
              <a:t>Enable hybrid LLM + ML architectures</a:t>
            </a:r>
          </a:p>
          <a:p>
            <a:pPr lvl="1"/>
            <a:r>
              <a:t>Reduce vendor concentration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Stable, compliance-heavy, legacy strength</a:t>
            </a:r>
          </a:p>
          <a:p>
            <a:pPr lvl="1"/>
            <a:r>
              <a:t>Python: Scalable, AI-ready, cost-efficient</a:t>
            </a:r>
          </a:p>
          <a:p>
            <a:pPr lvl="1"/>
            <a:r>
              <a:t>Python-first architecture recommended</a:t>
            </a:r>
          </a:p>
          <a:p>
            <a:pPr lvl="1"/>
            <a:r>
              <a:t>Future-proof financial crime capability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